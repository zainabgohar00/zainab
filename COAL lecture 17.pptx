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Types of Flag Registers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Flag registers: These flags show status or result of an arithmetic or logical operation.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Flag register layout: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74320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57150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S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Z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–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AC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–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P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–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C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Y</a:t>
                      </a:r>
                    </a:p>
                  </a:txBody>
                  <a:tcPr marL="27432" marR="27432" marT="27432" marB="27432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Sign flag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Zero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Auxiliary carry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Parity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Carry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 marL="27432" marR="27432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t>S → Sign flag     Z → Zero     AC → Auxiliary carry     P → Parity     C/Y → Carry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1. Carry Flag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A = 10H → Hexadecimal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B = 20H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ADD B → AC + B → AC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AC = Accumulator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Binary example: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A = 10H = 0001 0000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B = 20H = 0010 0000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Result = 0011 0000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</a:defRPr>
            </a:pPr>
            <a:r>
              <a:t>If D7 bit carries 0, Carry Flag will show 0; if it is 1, then it will be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Carry Flag — Binary Addition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325880"/>
          <a:ext cx="6583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70866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D7 … 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D3 … D0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A = 10H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0000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B = 20H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0000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t>Upper nibble = D7–D4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t>Lower nibble = D3–D0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</a:defRPr>
            </a:pPr>
            <a:r>
              <a:t>The Carry Flag depends on the carry out of the most significant bit (D7).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2. Parity 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• If total number of 1's in result is even, then P = 1.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• If total number of 1's is odd, then P = 0.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Result = 0011 0000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Number of 1's = 2 (even)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Therefore, Parity =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3. Auxiliary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A = 10H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B = 20H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Binary representation: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A = 0001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B = 0010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      --------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     0011 0000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Here we have to consider D3.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If D3 is 0, AC → 0.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If D3 is 1, AC →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4. Zero Flag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1000 0000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+ 1000 0000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------------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1 0000 0000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ADD 80H</a:t>
            </a: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191919"/>
                </a:solidFill>
              </a:defRPr>
            </a:pPr>
            <a:r>
              <a:t>When D7 is 0, then Zero Flag is 1; when it is 1, Zero Flag is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5. Sign Flag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  1000 0000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+ 1000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------------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0 0000 0000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The sign is determined by the most significant bit (D7).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If D7 bit is 0, then Sign Flag = 0 and the value is positive.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</a:defRPr>
            </a:pPr>
            <a:r>
              <a:t>If D7 bit is 1, then Sign Flag = 1 and the value is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Summary of Flag Registers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234440"/>
          <a:ext cx="10058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Sign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Indicates sign using D7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Zero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Indicates whether result is zero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Auxiliary 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Carry involving the lower nibble / D3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Parity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Shows whether number of 1s is even or odd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Carry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C/Y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Indicates carry out of the most significant bit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