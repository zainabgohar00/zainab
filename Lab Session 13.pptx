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Lab Session 13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Introduction to Loops Using NASM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Understand what a loop is.</a:t>
            </a:r>
          </a:p>
          <a:p>
            <a:pPr>
              <a:defRPr sz="2200"/>
            </a:pPr>
            <a:r>
              <a:t>Understand the LOOP instruction.</a:t>
            </a:r>
          </a:p>
          <a:p>
            <a:pPr>
              <a:defRPr sz="2200"/>
            </a:pPr>
            <a:r>
              <a:t>Learn how ECX works as a loop counter.</a:t>
            </a:r>
          </a:p>
          <a:p>
            <a:pPr>
              <a:defRPr sz="2200"/>
            </a:pPr>
            <a:r>
              <a:t>Execute simple NASM programs using loops.</a:t>
            </a:r>
          </a:p>
          <a:p>
            <a:pPr>
              <a:defRPr sz="2200"/>
            </a:pPr>
            <a:r>
              <a:t>Understand how a loop repeats instructions.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Loop?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 loop repeats the same instructions several times.</a:t>
            </a:r>
          </a:p>
          <a:p>
            <a:pPr>
              <a:defRPr sz="2200"/>
            </a:pPr>
            <a:r>
              <a:t>Instead of writing the same instructions again and again, we use a loop.</a:t>
            </a:r>
          </a:p>
          <a:p>
            <a:pPr>
              <a:defRPr sz="2200"/>
            </a:pPr>
            <a:r>
              <a:t>ECX is used as the counter with the LOOP instruction.</a:t>
            </a:r>
          </a:p>
          <a:p>
            <a:pPr>
              <a:defRPr sz="2200"/>
            </a:pPr>
            <a:r>
              <a:t>The loop stops when ECX becomes zero.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LOOP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115568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latin typeface="Courier New"/>
              </a:defRPr>
            </a:pPr>
            <a:r>
              <a:t>mov ecx, 5</a:t>
            </a:r>
            <a:br/>
            <a:br/>
            <a:r>
              <a:t>L1:</a:t>
            </a:r>
            <a:br/>
            <a:r>
              <a:t>    ; instructions to repeat</a:t>
            </a:r>
            <a:br/>
            <a:r>
              <a:t>    loop L1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ECX = 5 means the loop body is executed 5 times.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LOOP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1. Put the required number of repetitions in ECX.</a:t>
            </a:r>
          </a:p>
          <a:p>
            <a:pPr>
              <a:defRPr sz="2200"/>
            </a:pPr>
            <a:r>
              <a:t>2. Execute the instructions inside the loop.</a:t>
            </a:r>
          </a:p>
          <a:p>
            <a:pPr>
              <a:defRPr sz="2200"/>
            </a:pPr>
            <a:r>
              <a:t>3. LOOP decreases ECX by 1.</a:t>
            </a:r>
          </a:p>
          <a:p>
            <a:pPr>
              <a:defRPr sz="2200"/>
            </a:pPr>
            <a:r>
              <a:t>4. If ECX is not zero, control returns to the label.</a:t>
            </a:r>
          </a:p>
          <a:p>
            <a:pPr>
              <a:defRPr sz="2200"/>
            </a:pPr>
            <a:r>
              <a:t>5. When ECX becomes zero, the loop ends.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 1: Display 1 to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115568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latin typeface="Courier New"/>
              </a:defRPr>
            </a:pPr>
            <a:r>
              <a:t>section .text</a:t>
            </a:r>
            <a:br/>
            <a:r>
              <a:t>global _start</a:t>
            </a:r>
            <a:br/>
            <a:br/>
            <a:r>
              <a:t>_start:</a:t>
            </a:r>
            <a:br/>
            <a:r>
              <a:t>    mov ecx, 9</a:t>
            </a:r>
            <a:br/>
            <a:r>
              <a:t>    mov eax, '1'</a:t>
            </a:r>
            <a:br/>
            <a:br/>
            <a:r>
              <a:t>L1:</a:t>
            </a:r>
            <a:br/>
            <a:r>
              <a:t>    mov [num], eax</a:t>
            </a:r>
            <a:br/>
            <a:br/>
            <a:r>
              <a:t>    mov eax, 4</a:t>
            </a:r>
            <a:br/>
            <a:r>
              <a:t>    mov ebx, 1</a:t>
            </a:r>
            <a:br/>
            <a:r>
              <a:t>    push ecx</a:t>
            </a:r>
            <a:br/>
            <a:br/>
            <a:r>
              <a:t>    mov ecx, num</a:t>
            </a:r>
            <a:br/>
            <a:r>
              <a:t>    mov edx, 1</a:t>
            </a:r>
            <a:br/>
            <a:r>
              <a:t>    int 0x80</a:t>
            </a:r>
            <a:br/>
            <a:br/>
            <a:r>
              <a:t>    mov eax, [num]</a:t>
            </a:r>
            <a:br/>
            <a:r>
              <a:t>    sub eax, '0'</a:t>
            </a:r>
            <a:br/>
            <a:r>
              <a:t>    inc eax</a:t>
            </a:r>
            <a:br/>
            <a:r>
              <a:t>    add eax, '0'</a:t>
            </a:r>
            <a:br/>
            <a:br/>
            <a:r>
              <a:t>    pop ecx</a:t>
            </a:r>
            <a:br/>
            <a:r>
              <a:t>    loop L1</a:t>
            </a:r>
            <a:br/>
            <a:br/>
            <a:r>
              <a:t>    mov eax, 1</a:t>
            </a:r>
            <a:br/>
            <a:r>
              <a:t>    int 0x80</a:t>
            </a:r>
            <a:br/>
            <a:br/>
            <a:r>
              <a:t>section .bss</a:t>
            </a:r>
            <a:br/>
            <a:r>
              <a:t>num resb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Output: 123456789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 1: Simple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ECX is set to 9, so the loop runs 9 times.</a:t>
            </a:r>
          </a:p>
          <a:p>
            <a:pPr>
              <a:defRPr sz="2200"/>
            </a:pPr>
            <a:r>
              <a:t>EAX starts with character '1'.</a:t>
            </a:r>
          </a:p>
          <a:p>
            <a:pPr>
              <a:defRPr sz="2200"/>
            </a:pPr>
            <a:r>
              <a:t>The current character is stored in num and displayed.</a:t>
            </a:r>
          </a:p>
          <a:p>
            <a:pPr>
              <a:defRPr sz="2200"/>
            </a:pPr>
            <a:r>
              <a:t>The character is increased by 1 for the next iteration.</a:t>
            </a:r>
          </a:p>
          <a:p>
            <a:pPr>
              <a:defRPr sz="2200"/>
            </a:pPr>
            <a:r>
              <a:t>LOOP L1 decreases ECX and repeats the process.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 2: Display 1 to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115568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latin typeface="Courier New"/>
              </a:defRPr>
            </a:pPr>
            <a:r>
              <a:t>section .text</a:t>
            </a:r>
            <a:br/>
            <a:r>
              <a:t>global _start</a:t>
            </a:r>
            <a:br/>
            <a:br/>
            <a:r>
              <a:t>_start:</a:t>
            </a:r>
            <a:br/>
            <a:r>
              <a:t>    mov ecx, 5</a:t>
            </a:r>
            <a:br/>
            <a:r>
              <a:t>    mov eax, '1'</a:t>
            </a:r>
            <a:br/>
            <a:br/>
            <a:r>
              <a:t>L1:</a:t>
            </a:r>
            <a:br/>
            <a:r>
              <a:t>    mov [num], eax</a:t>
            </a:r>
            <a:br/>
            <a:br/>
            <a:r>
              <a:t>    mov eax, 4</a:t>
            </a:r>
            <a:br/>
            <a:r>
              <a:t>    mov ebx, 1</a:t>
            </a:r>
            <a:br/>
            <a:r>
              <a:t>    push ecx</a:t>
            </a:r>
            <a:br/>
            <a:br/>
            <a:r>
              <a:t>    mov ecx, num</a:t>
            </a:r>
            <a:br/>
            <a:r>
              <a:t>    mov edx, 1</a:t>
            </a:r>
            <a:br/>
            <a:r>
              <a:t>    int 0x80</a:t>
            </a:r>
            <a:br/>
            <a:br/>
            <a:r>
              <a:t>    mov eax, [num]</a:t>
            </a:r>
            <a:br/>
            <a:r>
              <a:t>    sub eax, '0'</a:t>
            </a:r>
            <a:br/>
            <a:r>
              <a:t>    inc eax</a:t>
            </a:r>
            <a:br/>
            <a:r>
              <a:t>    add eax, '0'</a:t>
            </a:r>
            <a:br/>
            <a:br/>
            <a:r>
              <a:t>    pop ecx</a:t>
            </a:r>
            <a:br/>
            <a:r>
              <a:t>    loop L1</a:t>
            </a:r>
            <a:br/>
            <a:br/>
            <a:r>
              <a:t>    mov eax, 1</a:t>
            </a:r>
            <a:br/>
            <a:r>
              <a:t>    int 0x80</a:t>
            </a:r>
            <a:br/>
            <a:br/>
            <a:r>
              <a:t>section .bss</a:t>
            </a:r>
            <a:br/>
            <a:r>
              <a:t>num resb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Output: 12345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 2: Simple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ECX is set to 5.</a:t>
            </a:r>
          </a:p>
          <a:p>
            <a:pPr>
              <a:defRPr sz="2200"/>
            </a:pPr>
            <a:r>
              <a:t>The program starts with '1'.</a:t>
            </a:r>
          </a:p>
          <a:p>
            <a:pPr>
              <a:defRPr sz="2200"/>
            </a:pPr>
            <a:r>
              <a:t>One character is displayed in each iteration.</a:t>
            </a:r>
          </a:p>
          <a:p>
            <a:pPr>
              <a:defRPr sz="2200"/>
            </a:pPr>
            <a:r>
              <a:t>The number is increased after each display.</a:t>
            </a:r>
          </a:p>
          <a:p>
            <a:pPr>
              <a:defRPr sz="2200"/>
            </a:pPr>
            <a:r>
              <a:t>The loop ends after five iterations.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LOOP vs DEC and JNZ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 loop can also be made using DEC and JNZ.</a:t>
            </a:r>
          </a:p>
          <a:p>
            <a:pPr>
              <a:defRPr sz="2200"/>
            </a:pPr>
            <a:r>
              <a:t>Example: DEC ECX decreases the counter.</a:t>
            </a:r>
          </a:p>
          <a:p>
            <a:pPr>
              <a:defRPr sz="2200"/>
            </a:pPr>
            <a:r>
              <a:t>JNZ L1 jumps back if ECX is not zero.</a:t>
            </a:r>
          </a:p>
          <a:p>
            <a:pPr>
              <a:defRPr sz="2200"/>
            </a:pPr>
            <a:r>
              <a:t>The LOOP instruction combines this counter-based behavior into one instruction.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Practical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Run Program 1 in the TutorialsPoint NASM online compiler.</a:t>
            </a:r>
          </a:p>
          <a:p>
            <a:pPr>
              <a:defRPr sz="2200"/>
            </a:pPr>
            <a:r>
              <a:t>Run Program 2 and verify the output.</a:t>
            </a:r>
          </a:p>
          <a:p>
            <a:pPr>
              <a:defRPr sz="2200"/>
            </a:pPr>
            <a:r>
              <a:t>Change ECX from 5 to 3. Predict the output before running.</a:t>
            </a:r>
          </a:p>
          <a:p>
            <a:pPr>
              <a:defRPr sz="2200"/>
            </a:pPr>
            <a:r>
              <a:t>Change the starting character from '1' to '5' and observe the result.</a:t>
            </a:r>
          </a:p>
          <a:p>
            <a:pPr>
              <a:defRPr sz="2200"/>
            </a:pPr>
            <a:r>
              <a:t>Explain the purpose of ECX, EAX and the LOOP instruction.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LOOP is used to repeat instructions.</a:t>
            </a:r>
          </a:p>
          <a:p>
            <a:pPr>
              <a:defRPr sz="2200"/>
            </a:pPr>
            <a:r>
              <a:t>ECX stores the number of repetitions.</a:t>
            </a:r>
          </a:p>
          <a:p>
            <a:pPr>
              <a:defRPr sz="2200"/>
            </a:pPr>
            <a:r>
              <a:t>LOOP automatically decreases ECX.</a:t>
            </a:r>
          </a:p>
          <a:p>
            <a:pPr>
              <a:defRPr sz="2200"/>
            </a:pPr>
            <a:r>
              <a:t>The loop continues while ECX is not zero.</a:t>
            </a:r>
          </a:p>
          <a:p>
            <a:pPr>
              <a:defRPr sz="2200"/>
            </a:pPr>
            <a:r>
              <a:t>A label identifies the beginning of the loop.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End of Lab Session 13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Introduction to Loops Using NASM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