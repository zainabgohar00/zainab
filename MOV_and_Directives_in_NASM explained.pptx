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MOV and Directives in NASM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Assembly Language • Student-Friendly Lab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MOV Instruction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MOV instruction is used to copy data from one location to another.</a:t>
            </a:r>
          </a:p>
          <a:p>
            <a:pPr>
              <a:spcAft>
                <a:spcPts val="1200"/>
              </a:spcAft>
              <a:defRPr sz="2000"/>
            </a:pPr>
            <a:r>
              <a:t>Syntax:  MOV destination, source</a:t>
            </a:r>
          </a:p>
          <a:p>
            <a:pPr>
              <a:spcAft>
                <a:spcPts val="1200"/>
              </a:spcAft>
              <a:defRPr sz="2000"/>
            </a:pPr>
            <a:r>
              <a:t>The source remains unchanged; the data is copied to the destination.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MOV Instruction — Examples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1498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latin typeface="Consolas"/>
              </a:defRPr>
            </a:pPr>
            <a:r>
              <a:t>MOV AX, BX       ; Copy BX into AX</a:t>
            </a:r>
          </a:p>
          <a:p>
            <a:pPr>
              <a:defRPr sz="1900">
                <a:latin typeface="Consolas"/>
              </a:defRPr>
            </a:pPr>
            <a:r>
              <a:t>MOV AL, 25       ; Store 25 in AL</a:t>
            </a:r>
          </a:p>
          <a:p>
            <a:pPr>
              <a:defRPr sz="1900">
                <a:latin typeface="Consolas"/>
              </a:defRPr>
            </a:pPr>
            <a:r>
              <a:t>MOV AX, [NUM]    ; Load value from memory into AX</a:t>
            </a:r>
          </a:p>
          <a:p>
            <a:pPr>
              <a:defRPr sz="1900">
                <a:latin typeface="Consolas"/>
              </a:defRPr>
            </a:pPr>
            <a:r>
              <a:t>MOV [NUM], AX    ; Store AX value into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Common Forms of MOV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344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38200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Meaning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Register →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MOV AX, 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Copy BX to AX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Immediate →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MOV AX,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Put 10 in AX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Memory →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MOV AX, [NUM]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Copy memory value to AX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Register →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MOV [NUM], 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Copy AX to memory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Immediate →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MOV [NUM],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Store 10 in memory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Directives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Directives are instructions for the assembler, not CPU instructions.</a:t>
            </a:r>
          </a:p>
          <a:p>
            <a:pPr>
              <a:spcAft>
                <a:spcPts val="1200"/>
              </a:spcAft>
              <a:defRPr sz="2000"/>
            </a:pPr>
            <a:r>
              <a:t>They tell the assembler how to organize or define data and the program.</a:t>
            </a:r>
          </a:p>
          <a:p>
            <a:pPr>
              <a:spcAft>
                <a:spcPts val="1200"/>
              </a:spcAft>
              <a:defRPr sz="2000"/>
            </a:pPr>
            <a:r>
              <a:t>Common NASM directives include: DB, DW, DD, EQU, TIMES, SECTION.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Common NASM Directives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344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18457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Directive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Meaning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Define Byte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Define Word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Define Double Word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EQU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Define a constant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Repeat a definition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Define a program section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Directive Examples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1498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latin typeface="Consolas"/>
              </a:defRPr>
            </a:pPr>
            <a:r>
              <a:t>NUM DB 10</a:t>
            </a:r>
          </a:p>
          <a:p>
            <a:pPr>
              <a:defRPr sz="1900">
                <a:latin typeface="Consolas"/>
              </a:defRPr>
            </a:pPr>
            <a:r>
              <a:t>VALUE DW 1000</a:t>
            </a:r>
          </a:p>
          <a:p>
            <a:pPr>
              <a:defRPr sz="1900">
                <a:latin typeface="Consolas"/>
              </a:defRPr>
            </a:pPr>
            <a:r>
              <a:t>CONST EQU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Understanding the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NUM DB 10 → creates a byte containing 10.</a:t>
            </a:r>
          </a:p>
          <a:p>
            <a:pPr>
              <a:spcAft>
                <a:spcPts val="1200"/>
              </a:spcAft>
              <a:defRPr sz="2000"/>
            </a:pPr>
            <a:r>
              <a:t>VALUE DW 1000 → creates a word containing 1000.</a:t>
            </a:r>
          </a:p>
          <a:p>
            <a:pPr>
              <a:spcAft>
                <a:spcPts val="1200"/>
              </a:spcAft>
              <a:defRPr sz="2000"/>
            </a:pPr>
            <a:r>
              <a:t>CONST EQU 20 → defines CONST as the constant 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Simple Difference: MOV vs Directive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344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257300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MOV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Directive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 CPU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An assembler command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Used to transfer/copy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Used to define data or control assembly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Executed by the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Processed by the assembler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Quick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MOV copies data from source to destination.</a:t>
            </a:r>
          </a:p>
          <a:p>
            <a:pPr>
              <a:spcAft>
                <a:spcPts val="1200"/>
              </a:spcAft>
              <a:defRPr sz="2000"/>
            </a:pPr>
            <a:r>
              <a:t>Syntax: MOV destination, source</a:t>
            </a:r>
          </a:p>
          <a:p>
            <a:pPr>
              <a:spcAft>
                <a:spcPts val="1200"/>
              </a:spcAft>
              <a:defRPr sz="2000"/>
            </a:pPr>
            <a:r>
              <a:t>DB, DW and DD are used to define data.</a:t>
            </a:r>
          </a:p>
          <a:p>
            <a:pPr>
              <a:spcAft>
                <a:spcPts val="1200"/>
              </a:spcAft>
              <a:defRPr sz="2000"/>
            </a:pPr>
            <a:r>
              <a:t>EQU defines a constant.</a:t>
            </a:r>
          </a:p>
          <a:p>
            <a:pPr>
              <a:spcAft>
                <a:spcPts val="1200"/>
              </a:spcAft>
              <a:defRPr sz="2000"/>
            </a:pPr>
            <a:r>
              <a:t>TIMES repeats a definition.</a:t>
            </a:r>
          </a:p>
          <a:p>
            <a:pPr>
              <a:spcAft>
                <a:spcPts val="1200"/>
              </a:spcAft>
              <a:defRPr sz="2000"/>
            </a:pPr>
            <a:r>
              <a:t>SECTION defines a program section.</a:t>
            </a:r>
          </a:p>
          <a:p>
            <a:pPr>
              <a:spcAft>
                <a:spcPts val="1200"/>
              </a:spcAft>
              <a:defRPr sz="2000"/>
            </a:pPr>
            <a:r>
              <a:t>MOV is a CPU instruction; directives are assembler commands.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Thank You</a:t>
            </a:r>
          </a:p>
          <a:p>
            <a:pPr algn="ctr"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