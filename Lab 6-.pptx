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Lab Session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Introduction to Constants using NASM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Understand the meaning of constants in NASM.</a:t>
            </a:r>
          </a:p>
          <a:p>
            <a:pPr>
              <a:spcAft>
                <a:spcPts val="1400"/>
              </a:spcAft>
              <a:defRPr sz="2200"/>
            </a:pPr>
            <a:r>
              <a:t>Learn EQU, %assign, and %define.</a:t>
            </a:r>
          </a:p>
          <a:p>
            <a:pPr>
              <a:spcAft>
                <a:spcPts val="1400"/>
              </a:spcAft>
              <a:defRPr sz="2200"/>
            </a:pPr>
            <a:r>
              <a:t>Calculate AREA using constants.</a:t>
            </a:r>
          </a:p>
          <a:p>
            <a:pPr>
              <a:spcAft>
                <a:spcPts val="1400"/>
              </a:spcAft>
              <a:defRPr sz="2200"/>
            </a:pPr>
            <a:r>
              <a:t>Understand how %assign can be redefined.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is a Constant?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A constant is a value given a meaningful name.</a:t>
            </a:r>
          </a:p>
          <a:p>
            <a:pPr>
              <a:spcAft>
                <a:spcPts val="1400"/>
              </a:spcAft>
              <a:defRPr sz="2200"/>
            </a:pPr>
            <a:r>
              <a:t>Using names makes assembly programs easier to read.</a:t>
            </a:r>
          </a:p>
          <a:p>
            <a:pPr>
              <a:spcAft>
                <a:spcPts val="1400"/>
              </a:spcAft>
              <a:defRPr sz="2200"/>
            </a:pPr>
            <a:r>
              <a:t>Example: LENGTH represents the value 20.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LENGTH equ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EQU Directive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EQU is used to define a constant.</a:t>
            </a:r>
          </a:p>
          <a:p>
            <a:pPr>
              <a:spcAft>
                <a:spcPts val="1400"/>
              </a:spcAft>
              <a:defRPr sz="2200"/>
            </a:pPr>
            <a:r>
              <a:t>The value is normally fixed after it is defined.</a:t>
            </a:r>
          </a:p>
          <a:p>
            <a:pPr>
              <a:spcAft>
                <a:spcPts val="1400"/>
              </a:spcAft>
              <a:defRPr sz="2200"/>
            </a:pPr>
            <a:r>
              <a:t>Syntax: CONSTANT_NAME equ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TOTAL_STUDENTS equ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Using an EQU Constant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After defining a constant, we can use its name in instructions.</a:t>
            </a:r>
          </a:p>
          <a:p>
            <a:pPr>
              <a:spcAft>
                <a:spcPts val="1400"/>
              </a:spcAft>
              <a:defRPr sz="2200"/>
            </a:pPr>
            <a:r>
              <a:t>NASM substitutes the constant with its value during assembly.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TOTAL_STUDENTS equ 50</a:t>
            </a:r>
            <a:br/>
            <a:br/>
            <a:r>
              <a:t>mov ecx, TOTAL_STUDENTS</a:t>
            </a:r>
            <a:br/>
            <a:r>
              <a:t>cmp eax, TOTAL_STUDENTS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Example: Calculate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Define LENGTH as 20.</a:t>
            </a:r>
          </a:p>
          <a:p>
            <a:pPr>
              <a:spcAft>
                <a:spcPts val="1400"/>
              </a:spcAft>
              <a:defRPr sz="2200"/>
            </a:pPr>
            <a:r>
              <a:t>Define WIDTH as 10.</a:t>
            </a:r>
          </a:p>
          <a:p>
            <a:pPr>
              <a:spcAft>
                <a:spcPts val="1400"/>
              </a:spcAft>
              <a:defRPr sz="2200"/>
            </a:pPr>
            <a:r>
              <a:t>AREA is calculated as LENGTH × WIDTH.</a:t>
            </a:r>
          </a:p>
          <a:p>
            <a:pPr>
              <a:spcAft>
                <a:spcPts val="1400"/>
              </a:spcAft>
              <a:defRPr sz="2200"/>
            </a:pPr>
            <a:r>
              <a:t>Therefore, AREA = 200.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LENGTH equ 20</a:t>
            </a:r>
            <a:br/>
            <a:r>
              <a:t>WIDTH  equ 10</a:t>
            </a:r>
            <a:br/>
            <a:r>
              <a:t>AREA   equ LENGTH * WIDTH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Using the AREA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The calculated constant can be used directly in an instruction.</a:t>
            </a:r>
          </a:p>
          <a:p>
            <a:pPr>
              <a:spcAft>
                <a:spcPts val="1400"/>
              </a:spcAft>
              <a:defRPr sz="2200"/>
            </a:pPr>
            <a:r>
              <a:t>The following instruction places 200 into EAX.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mov eax, AREA     ; EAX = 200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%assign Directive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%assign defines a numeric constant.</a:t>
            </a:r>
          </a:p>
          <a:p>
            <a:pPr>
              <a:spcAft>
                <a:spcPts val="1400"/>
              </a:spcAft>
              <a:defRPr sz="2200"/>
            </a:pPr>
            <a:r>
              <a:t>It allows the value to be redefined.</a:t>
            </a:r>
          </a:p>
          <a:p>
            <a:pPr>
              <a:spcAft>
                <a:spcPts val="1400"/>
              </a:spcAft>
              <a:defRPr sz="2200"/>
            </a:pPr>
            <a:r>
              <a:t>It is case-sensitive.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%assign TOTAL 10</a:t>
            </a:r>
            <a:br/>
            <a:r>
              <a:t>%assign TOTAL 20</a:t>
            </a:r>
            <a:br/>
            <a:br/>
            <a:r>
              <a:t>; TOTAL is now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%define Directive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%define creates a replacement for text, numbers, or expressions.</a:t>
            </a:r>
          </a:p>
          <a:p>
            <a:pPr>
              <a:spcAft>
                <a:spcPts val="1400"/>
              </a:spcAft>
              <a:defRPr sz="2200"/>
            </a:pPr>
            <a:r>
              <a:t>It is similar to #define in C.</a:t>
            </a:r>
          </a:p>
          <a:p>
            <a:pPr>
              <a:spcAft>
                <a:spcPts val="1400"/>
              </a:spcAft>
              <a:defRPr sz="2200"/>
            </a:pPr>
            <a:r>
              <a:t>It also allows redefinition and is case-sensitive.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%define PTR [EBP+4]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Difference Between the Directives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EQU → defines a fixed constant.</a:t>
            </a:r>
          </a:p>
          <a:p>
            <a:pPr>
              <a:spcAft>
                <a:spcPts val="1400"/>
              </a:spcAft>
              <a:defRPr sz="2200"/>
            </a:pPr>
            <a:r>
              <a:t>%assign → defines a numeric constant and allows redefinition.</a:t>
            </a:r>
          </a:p>
          <a:p>
            <a:pPr>
              <a:spcAft>
                <a:spcPts val="1400"/>
              </a:spcAft>
              <a:defRPr sz="2200"/>
            </a:pPr>
            <a:r>
              <a:t>%define → defines a text, number, or expression replacement.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Class Task 1 — Calculate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Use EQU to define LENGTH = 20 and WIDTH = 10.</a:t>
            </a:r>
          </a:p>
          <a:p>
            <a:pPr>
              <a:spcAft>
                <a:spcPts val="1400"/>
              </a:spcAft>
              <a:defRPr sz="2200"/>
            </a:pPr>
            <a:r>
              <a:t>Define AREA as LENGTH × WIDTH.</a:t>
            </a:r>
          </a:p>
          <a:p>
            <a:pPr>
              <a:spcAft>
                <a:spcPts val="1400"/>
              </a:spcAft>
              <a:defRPr sz="2200"/>
            </a:pPr>
            <a:r>
              <a:t>Move AREA into EAX.</a:t>
            </a:r>
          </a:p>
          <a:p>
            <a:pPr>
              <a:spcAft>
                <a:spcPts val="1400"/>
              </a:spcAft>
              <a:defRPr sz="2200"/>
            </a:pPr>
            <a:r>
              <a:t>Expected result: EAX = 200.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LENGTH equ 20</a:t>
            </a:r>
            <a:br/>
            <a:r>
              <a:t>WIDTH  equ 10</a:t>
            </a:r>
            <a:br/>
            <a:r>
              <a:t>AREA   equ LENGTH * WIDTH</a:t>
            </a:r>
            <a:br/>
            <a:r>
              <a:t>mov eax, AREA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Class Task 2 — %assign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Define VALUE as 10 using %assign.</a:t>
            </a:r>
          </a:p>
          <a:p>
            <a:pPr>
              <a:spcAft>
                <a:spcPts val="1400"/>
              </a:spcAft>
              <a:defRPr sz="2200"/>
            </a:pPr>
            <a:r>
              <a:t>Define VALUE2 as 20.</a:t>
            </a:r>
          </a:p>
          <a:p>
            <a:pPr>
              <a:spcAft>
                <a:spcPts val="1400"/>
              </a:spcAft>
              <a:defRPr sz="2200"/>
            </a:pPr>
            <a:r>
              <a:t>Move VALUE into EAX and VALUE2 into EBX.</a:t>
            </a:r>
          </a:p>
          <a:p>
            <a:pPr>
              <a:spcAft>
                <a:spcPts val="1400"/>
              </a:spcAft>
              <a:defRPr sz="2200"/>
            </a:pPr>
            <a:r>
              <a:t>Observe the different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nsolas"/>
              </a:defRPr>
            </a:pPr>
            <a:r>
              <a:t>%assign VALUE 10</a:t>
            </a:r>
            <a:br/>
            <a:r>
              <a:t>%assign VALUE2 20</a:t>
            </a:r>
            <a:br/>
            <a:r>
              <a:t>mov eax, VALUE</a:t>
            </a:r>
            <a:br/>
            <a:r>
              <a:t>mov ebx, VALUE2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EQU = fixed constant.</a:t>
            </a:r>
          </a:p>
          <a:p>
            <a:pPr>
              <a:spcAft>
                <a:spcPts val="1400"/>
              </a:spcAft>
              <a:defRPr sz="2200"/>
            </a:pPr>
            <a:r>
              <a:t>%assign = numeric constant that can be redefined.</a:t>
            </a:r>
          </a:p>
          <a:p>
            <a:pPr>
              <a:spcAft>
                <a:spcPts val="1400"/>
              </a:spcAft>
              <a:defRPr sz="2200"/>
            </a:pPr>
            <a:r>
              <a:t>%define = replacement for text, numbers, or expressions.</a:t>
            </a:r>
          </a:p>
          <a:p>
            <a:pPr>
              <a:spcAft>
                <a:spcPts val="1400"/>
              </a:spcAft>
              <a:defRPr sz="2200"/>
            </a:pPr>
            <a:r>
              <a:t>Constants make NASM programs easier to read and modify.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Complete Program 1 — EQU Constants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This program uses EQU to define system-call constants and LEN to calculate message length.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; Program 1: Print a message using EQU constants</a:t>
            </a:r>
            <a:br/>
            <a:br/>
            <a:r>
              <a:t>SYS_WRITE equ 4</a:t>
            </a:r>
            <a:br/>
            <a:r>
              <a:t>SYS_EXIT  equ 1</a:t>
            </a:r>
            <a:br/>
            <a:r>
              <a:t>STDOUT    equ 1</a:t>
            </a:r>
            <a:br/>
            <a:br/>
            <a:r>
              <a:t>section .data</a:t>
            </a:r>
            <a:br/>
            <a:r>
              <a:t>    msg db "Hello from NASM!", 10</a:t>
            </a:r>
            <a:br/>
            <a:r>
              <a:t>    len equ $ - msg</a:t>
            </a:r>
            <a:br/>
            <a:br/>
            <a:r>
              <a:t>section .text</a:t>
            </a:r>
            <a:br/>
            <a:r>
              <a:t>    global _start</a:t>
            </a:r>
            <a:br/>
            <a:br/>
            <a:r>
              <a:t>_start:</a:t>
            </a:r>
            <a:br/>
            <a:r>
              <a:t>    mov eax, SYS_WRITE</a:t>
            </a:r>
            <a:br/>
            <a:r>
              <a:t>    mov ebx, STDOUT</a:t>
            </a:r>
            <a:br/>
            <a:r>
              <a:t>    mov ecx, msg</a:t>
            </a:r>
            <a:br/>
            <a:r>
              <a:t>    mov edx, len</a:t>
            </a:r>
            <a:br/>
            <a:r>
              <a:t>    int 0x80</a:t>
            </a:r>
            <a:br/>
            <a:br/>
            <a:r>
              <a:t>    mov eax, SYS_EXIT</a:t>
            </a:r>
            <a:br/>
            <a:r>
              <a:t>    mov ebx, 0</a:t>
            </a:r>
            <a:br/>
            <a:r>
              <a:t>    int 0x80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Complete Program 2 — AREA with EQU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AREA is calculated by NASM as 20 × 10 = 200. The result is placed in EAX.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; Program 2: Calculate AREA using EQU</a:t>
            </a:r>
            <a:br/>
            <a:br/>
            <a:r>
              <a:t>SYS_EXIT equ 1</a:t>
            </a:r>
            <a:br/>
            <a:br/>
            <a:r>
              <a:t>LENGTH equ 20</a:t>
            </a:r>
            <a:br/>
            <a:r>
              <a:t>WIDTH  equ 10</a:t>
            </a:r>
            <a:br/>
            <a:r>
              <a:t>AREA   equ LENGTH * WIDTH</a:t>
            </a:r>
            <a:br/>
            <a:br/>
            <a:r>
              <a:t>section .text</a:t>
            </a:r>
            <a:br/>
            <a:r>
              <a:t>    global _start</a:t>
            </a:r>
            <a:br/>
            <a:br/>
            <a:r>
              <a:t>_start:</a:t>
            </a:r>
            <a:br/>
            <a:r>
              <a:t>    mov eax, AREA       ; EAX = 200</a:t>
            </a:r>
            <a:br/>
            <a:br/>
            <a:r>
              <a:t>    ; Exit program</a:t>
            </a:r>
            <a:br/>
            <a:r>
              <a:t>    mov ebx, 0</a:t>
            </a:r>
            <a:br/>
            <a:r>
              <a:t>    mov eax, SYS_EXIT</a:t>
            </a:r>
            <a:br/>
            <a:r>
              <a:t>    int 0x80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Practice Task — Modify the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/>
            </a:pPr>
            <a:r>
              <a:t>1. Change LENGTH to 30 and WIDTH to 5. Calculate the new AREA.</a:t>
            </a:r>
          </a:p>
          <a:p>
            <a:pPr>
              <a:spcAft>
                <a:spcPts val="1800"/>
              </a:spcAft>
              <a:defRPr sz="2200"/>
            </a:pPr>
            <a:r>
              <a:t>2. Change the message in Program 1 and observe the output.</a:t>
            </a:r>
          </a:p>
          <a:p>
            <a:pPr>
              <a:spcAft>
                <a:spcPts val="1800"/>
              </a:spcAft>
              <a:defRPr sz="2200"/>
            </a:pPr>
            <a:r>
              <a:t>3. Replace one EQU constant with %assign and explain the difference.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