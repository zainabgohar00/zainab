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Lab Session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Introduction to Stack Data Structure Using NASM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Introduction to the Stack Data Structure using NASM.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Understand how data is inserted into and removed from a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Learn the PUSH and POP instructions.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Understand the LIFO principle through a simple NASM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What is a Stack?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 stack is an array-like data structure stored in memory.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Data is stored and removed from one location called the TOP of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Data inserted into a stack is called PUSH.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Data removed from a stack is called POP.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 stack follows the LIFO (Last In, First Out) principle.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LIFO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LIFO means: Last In, First Out.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value inserted last is the first value removed.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23 → PUSH 45 → PUSH 54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first value removed will be 54, followed by 45, then 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Stack After PUSH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After PUSH 23: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TOP → 23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After PUSH 45: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TOP → 45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       23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After PUSH 54: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TOP → 54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       45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      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Stack Instructions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14630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Syntax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Places a value on the top of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PUSH operand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Removes the top value from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POP operand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How PUSH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adds a value to the top of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dword 23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dword 45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dword 54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How POP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removes the value currently at the top of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removed value can be placed into a register.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eax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ebx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ecx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Stack and Registers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SS identifies the stack segment.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ESP (or SP in appropriate modes) identifies the current top position.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 32-bit NASM, ESP is commonly used as the stack pointer.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stack grows toward lower memory addresses.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Important Characteristics of 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 stack follows LIFO.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adds data to the top.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removes data from the top.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stack grows in the reverse direction, toward lower memory addresses.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 32-bit operations, doublewords are commonly used.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ESP points to the current top of the stack.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Saving Registers Using 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stack can temporarily save register values before registers are reused.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; Save AX and BX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AX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BX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; Use registers for another purpose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MOV AX, VALUE1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MOV BX, VALUE2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; Restore original values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AX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BX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Why PUSH and POP Are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Registers may be needed for temporary calculations.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saves the original register value on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register can then be used for another purpose.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restores the saved value later.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order must be respected because the stack follows LIFO.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the following values into the stack: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23, 45, 54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Observe which value becomes the TOP of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Then POP the values one by one.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Record the order in which the values are removed.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Task: Expected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After pushing 23, 45, and 54: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TOP → 54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       45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       23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Therefore, the POP order will be: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54 → 45 →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Complete NASM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section .text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global _start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_start: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; Push values into the stack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push dword 23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push dword 45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push dword 54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; Pop values from the stack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pop eax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pop ebx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pop ecx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; Exit program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mov eax, 1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mov ebx, 0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int 0x80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1 —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section .text defines the program's code section.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global _start makes _start visible as the program entry point.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_start: marks the beginning of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section .text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global _start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_start: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2 — PUSH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places 23 on the top of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After this instruction, the stack contains one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dword 23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TOP →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3 — PUSH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places 45 above the existing value 23.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45 becomes the new TOP of the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dword 45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TOP → 45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  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4 — PUSH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places 54 above 45.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54 becomes the TOP of the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push dword 54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TOP → 54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   45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      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5 — POP EAX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removes the TOP value.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TOP value is 54.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Therefore, EAX receives 54.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eax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EAX = 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6 — POP EBX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next value at the TOP is 45.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EBX removes 45 and places it in EBX.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ebx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EBX =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Program: Step 7 — POP ECX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final value remaining is 23.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ECX removes 23 and places it in ECX.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pop ecx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ECX =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Final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10972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EAX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ECX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Understanding LIFO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Values were inserted in this order: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23 → 45 → 54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Values were removed in this order: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54 → 45 → 23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This proves the LIFO principle: Last In, First Out.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Exit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After the stack demonstration, the program exits.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MOV EAX, 1 selects the Linux exit system call.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MOV EBX, 0 supplies the exit status.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INT 80h invokes the system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mov eax, 1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mov ebx, 0</a:t>
            </a:r>
          </a:p>
          <a:p>
            <a:pPr>
              <a:spcAft>
                <a:spcPts val="300"/>
              </a:spcAft>
              <a:defRPr sz="18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int 0x80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Student Practice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Write a NASM program that pushes 10, 20, and 30.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the values into EAX, EBX, and ECX.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Identify the value stored in each register.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Explain why the first value pushed is the last value popped.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Practice Task: 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PUSH order: 10 → 20 → 30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POP order: 30 → 20 → 10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EAX = 30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EBX = 20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ECX = 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Key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Define a stack data structure.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Explain the LIFO principle.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Use PUSH to insert data into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Use POP to remove data from the stack.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Understand the role of ESP as the stack pointer.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Trace a complete NASM stack program step by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