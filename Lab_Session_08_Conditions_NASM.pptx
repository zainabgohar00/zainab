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Lab Session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000000"/>
                </a:solidFill>
              </a:defRPr>
            </a:pPr>
            <a:r>
              <a:t>Objective: Understand comparison, conditional jumps, and unconditional jumps.</a:t>
            </a:r>
          </a:p>
          <a:p>
            <a:pPr>
              <a:spcAft>
                <a:spcPts val="800"/>
              </a:spcAft>
              <a:defRPr sz="2300">
                <a:solidFill>
                  <a:srgbClr val="000000"/>
                </a:solidFill>
              </a:defRPr>
            </a:pPr>
            <a:r>
              <a:t>Learn how CMP changes flags without changing operands.</a:t>
            </a:r>
          </a:p>
          <a:p>
            <a:pPr>
              <a:spcAft>
                <a:spcPts val="800"/>
              </a:spcAft>
              <a:defRPr sz="2300">
                <a:solidFill>
                  <a:srgbClr val="000000"/>
                </a:solidFill>
              </a:defRPr>
            </a:pPr>
            <a:r>
              <a:t>Write executable programs that make decisions.</a:t>
            </a:r>
          </a:p>
          <a:p>
            <a:pPr>
              <a:spcAft>
                <a:spcPts val="800"/>
              </a:spcAft>
              <a:defRPr sz="2300">
                <a:solidFill>
                  <a:srgbClr val="000000"/>
                </a:solidFill>
              </a:defRPr>
            </a:pPr>
            <a:r>
              <a:t>Practice finding the smallest and largest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Explain the purpose of conditional execution.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Differentiate between JMP and conditional jump instructions.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CMP to compare two operands.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Select suitable signed or unsigned jump instructions.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Write, assemble, link, and execute NASM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Conditional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Normally, instructions execute sequentially.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Branching instructions change the normal flow of execution.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A jump may transfer control forward or backward.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Two major types: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Unconditional jump: always transfers control.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Conditional jump: transfers control only when a condition is true.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Unconditional Jump — JMP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JMP always transfers control to the specified label.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It does not test any flag or condition.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It can be used to skip instructions or create loops.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Syntax: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94760"/>
            <a:ext cx="11155680" cy="91440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904488"/>
            <a:ext cx="108264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onsolas"/>
              </a:defRPr>
            </a:pPr>
            <a:r>
              <a:t>JMP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JMP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52728"/>
            <a:ext cx="10826496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onsolas"/>
              </a:defRPr>
            </a:pPr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1          ; Linux exit system call</a:t>
            </a:r>
            <a:br/>
            <a:r>
              <a:t>    mov ebx, 0          ; Exit status</a:t>
            </a:r>
            <a:br/>
            <a:r>
              <a:t>    jmp finish          ; Always jump to finish</a:t>
            </a:r>
            <a:br/>
            <a:br/>
            <a:r>
              <a:t>    mov ebx, 5          ; This instruction is skipped</a:t>
            </a:r>
            <a:br/>
            <a:br/>
            <a:r>
              <a:t>finish:</a:t>
            </a:r>
            <a:br/>
            <a:r>
              <a:t>    int 0x80            ; Exit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CMP Instruction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CMP compares two numeric operands.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Internally, it performs destination − source.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The result is not stored; only flags are updated.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Neither operand is changed.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Syntax: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94760"/>
            <a:ext cx="11155680" cy="128016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904488"/>
            <a:ext cx="108264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CMP destination, source</a:t>
            </a:r>
            <a:br/>
            <a:br/>
            <a:r>
              <a:t>Example:</a:t>
            </a:r>
            <a:br/>
            <a:r>
              <a:t>CMP AX, BX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How CMP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Example: AX = 10 and BX = 10.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CMP AX, BX performs 10 − 10 = 0.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The Zero Flag becomes 1.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JE or JZ can then jump because the values are equal.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94760"/>
            <a:ext cx="11155680" cy="91440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904488"/>
            <a:ext cx="108264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t>CMP AX, BX</a:t>
            </a:r>
            <a:br/>
            <a:r>
              <a:t>JE  EQUAL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Important Conditional Jumps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JE / JZ — Jump if equal or zero.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JNE / JNZ — Jump if not equal or not zero.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JG — Jump if greater (signed).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JGE — Jump if greater or equal (signed).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JL — Jump if less (signed).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JLE — Jump if less or equal (signed).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JA — Jump if above (unsigned).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JB — Jump if below (unsigned).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Signed and Unsigned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Signed numbers may be positive or negative.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Unsigned numbers are always zero or positive.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JG, JGE, JL, and JLE for signed comparisons.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JA, JAE, JB, and JBE for unsigned comparisons.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JE and JNE can be used for both signed and unsigned equality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Flags Used by Conditional Jumps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ZF — Zero Flag: set when the result is zero.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CF — Carry Flag: used mainly in unsigned comparisons.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SF — Sign Flag: indicates a negative result.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OF — Overflow Flag: indicates signed arithmetic overflow.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Example: JE checks ZF; JB checks CF; JL checks SF and OF.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Decision-Making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52728"/>
            <a:ext cx="10826496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nsolas"/>
              </a:defRPr>
            </a:pPr>
            <a:r>
              <a:t>CMP AX, BX</a:t>
            </a:r>
            <a:br/>
            <a:r>
              <a:t>JG  AX_GREATER</a:t>
            </a:r>
            <a:br/>
            <a:br/>
            <a:r>
              <a:t>; Code executed when AX &lt;= BX</a:t>
            </a:r>
            <a:br/>
            <a:r>
              <a:t>MOV CX, BX</a:t>
            </a:r>
            <a:br/>
            <a:r>
              <a:t>JMP DONE</a:t>
            </a:r>
            <a:br/>
            <a:br/>
            <a:r>
              <a:t>AX_GREATER:</a:t>
            </a:r>
            <a:br/>
            <a:r>
              <a:t>MOV CX, AX</a:t>
            </a:r>
            <a:br/>
            <a:br/>
            <a:r>
              <a:t>DONE:</a:t>
            </a:r>
            <a:br/>
            <a:r>
              <a:t>; Continue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Complete Program 1: Compare Two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52728"/>
            <a:ext cx="10826496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[num1]       ; Load first number</a:t>
            </a:r>
            <a:br/>
            <a:r>
              <a:t>    cmp eax, [num2]       ; Compare num1 with num2</a:t>
            </a:r>
            <a:br/>
            <a:r>
              <a:t>    je  equal             ; Jump if equal</a:t>
            </a:r>
            <a:br/>
            <a:br/>
            <a:r>
              <a:t>    mov ebx, 0            ; EBX = 0 means not equal</a:t>
            </a:r>
            <a:br/>
            <a:r>
              <a:t>    jmp save_result</a:t>
            </a:r>
            <a:br/>
            <a:br/>
            <a:r>
              <a:t>equal:</a:t>
            </a:r>
            <a:br/>
            <a:r>
              <a:t>    mov ebx, 1            ; EBX = 1 means equal</a:t>
            </a:r>
            <a:br/>
            <a:br/>
            <a:r>
              <a:t>save_result:</a:t>
            </a:r>
            <a:br/>
            <a:r>
              <a:t>    mov [result], ebx</a:t>
            </a:r>
            <a:br/>
            <a:br/>
            <a:r>
              <a:t>    mov eax, 1            ; sys_exit</a:t>
            </a:r>
            <a:br/>
            <a:r>
              <a:t>    mov ebx, 0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    num1 dd 25</a:t>
            </a:r>
            <a:br/>
            <a:r>
              <a:t>    num2 dd 25</a:t>
            </a:r>
            <a:br/>
            <a:br/>
            <a:r>
              <a:t>section .bss</a:t>
            </a:r>
            <a:br/>
            <a:r>
              <a:t>    result resb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Program 1: Explanation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num1 and num2 are both 25.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CMP produces zero because the values are equal.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JE transfers control to the equal label.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result receives 1.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If the numbers were different, result would receive 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Complete Program 2: Find the Smallest of Two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52728"/>
            <a:ext cx="10826496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[num1]       ; Load num1</a:t>
            </a:r>
            <a:br/>
            <a:r>
              <a:t>    cmp eax, [num2]       ; Compare num1 with num2</a:t>
            </a:r>
            <a:br/>
            <a:r>
              <a:t>    jg  second_smaller    ; If num1 &gt; num2, select num2</a:t>
            </a:r>
            <a:br/>
            <a:br/>
            <a:r>
              <a:t>    mov eax, [num1]       ; Otherwise select num1</a:t>
            </a:r>
            <a:br/>
            <a:r>
              <a:t>    jmp store_result</a:t>
            </a:r>
            <a:br/>
            <a:br/>
            <a:r>
              <a:t>second_smaller:</a:t>
            </a:r>
            <a:br/>
            <a:r>
              <a:t>    mov eax, [num2]       ; Select num2</a:t>
            </a:r>
            <a:br/>
            <a:br/>
            <a:r>
              <a:t>store_result:</a:t>
            </a:r>
            <a:br/>
            <a:r>
              <a:t>    mov [smallest], eax   ; Store smallest number</a:t>
            </a:r>
            <a:br/>
            <a:br/>
            <a:r>
              <a:t>    mov eax, 1            ; Exit</a:t>
            </a:r>
            <a:br/>
            <a:r>
              <a:t>    mov ebx, 0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    num1 dd 25</a:t>
            </a:r>
            <a:br/>
            <a:r>
              <a:t>    num2 dd 18</a:t>
            </a:r>
            <a:br/>
            <a:br/>
            <a:r>
              <a:t>section .bss</a:t>
            </a:r>
            <a:br/>
            <a:r>
              <a:t>    smallest resb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Program 2: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EAX first receives num1.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CMP compares EAX with num2.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JG jumps when num1 is greater than num2.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If the jump occurs, num2 is selected.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Otherwise, num1 is selected.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The selected value is stored in smallest.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For 25 and 18, the smallest value is 18.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Complete Program 3: Find the Largest of Three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52728"/>
            <a:ext cx="10826496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[num1]       ; Assume num1 is largest</a:t>
            </a:r>
            <a:br/>
            <a:r>
              <a:t>    cmp eax, [num2]</a:t>
            </a:r>
            <a:br/>
            <a:r>
              <a:t>    jg  check_third       ; Keep num1 if it is greater</a:t>
            </a:r>
            <a:br/>
            <a:br/>
            <a:r>
              <a:t>    mov eax, [num2]       ; Otherwise select num2</a:t>
            </a:r>
            <a:br/>
            <a:br/>
            <a:r>
              <a:t>check_third:</a:t>
            </a:r>
            <a:br/>
            <a:r>
              <a:t>    cmp eax, [num3]</a:t>
            </a:r>
            <a:br/>
            <a:r>
              <a:t>    jg  save_largest      ; Keep current value if greater</a:t>
            </a:r>
            <a:br/>
            <a:br/>
            <a:r>
              <a:t>    mov eax, [num3]       ; Otherwise select num3</a:t>
            </a:r>
            <a:br/>
            <a:br/>
            <a:r>
              <a:t>save_largest:</a:t>
            </a:r>
            <a:br/>
            <a:r>
              <a:t>    mov [largest], eax</a:t>
            </a:r>
            <a:br/>
            <a:br/>
            <a:r>
              <a:t>    mov eax, 1            ; Exit</a:t>
            </a:r>
            <a:br/>
            <a:r>
              <a:t>    mov ebx, 0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    num1 dd 47</a:t>
            </a:r>
            <a:br/>
            <a:r>
              <a:t>    num2 dd 22</a:t>
            </a:r>
            <a:br/>
            <a:r>
              <a:t>    num3 dd 31</a:t>
            </a:r>
            <a:br/>
            <a:br/>
            <a:r>
              <a:t>section .bss</a:t>
            </a:r>
            <a:br/>
            <a:r>
              <a:t>    largest resb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Program 3: Step-by-Step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Start by assuming num1 is the largest.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Compare num1 with num2.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Keep the larger value in EAX.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Compare the current value with num3.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Keep the larger value again.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Store the final value in largest.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For 47, 22, and 31, the largest value is 47.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How to Assemble and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Save the program as conditions.asm.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Assemble the source file: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nasm -f elf32 conditions.asm -o conditions.o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Link the object file: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ld -m elf_i386 conditions.o -o conditions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Run the executable: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./conditions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These commands are for 32-bit Linux NASM programs using INT 80h.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Class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Write a NASM program to compare two numbers.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If the numbers are equal, store 1 in result.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If they are not equal, store 0 in result.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CMP and JE/JNE.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Test the program with equal and unequal values.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Expected learning: equality-based decision making.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Class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Write a NASM program to find the smallest of two numbers.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CMP and a suitable conditional jump.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Store the answer in a variable named smallest.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Test with: 12 and 30; 45 and 9; 20 and 20.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Expected learning: comparison and selection.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Class 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Write a NASM program to find the largest of three numbers.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CMP, conditional jumps, and labels.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Store the answer in a variable named largest.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Test with: 15, 42, 27.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Then test with: 90, 12, 65.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Expected learning: multiple comparisons and control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Task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Program contains section .text, global _start, and _start label.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Variables are declared in section .data or section .bss.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CMP is used before the conditional jump.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Labels are correctly spelled.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The program assembles without errors.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The program produces the expected result.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t>Students should submit source code and a screenshot of execution.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Lab Session 08 — Introduction to Conditions using NASM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CMP compares operands and updates flags.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JMP always transfers control.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Conditional jumps depend on flags.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Use signed jumps for signed data and unsigned jumps for unsigned data.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Branching instructions are the foundation of decision making and loops.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Practice by changing the input values and predicting the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