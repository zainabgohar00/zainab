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Lab Session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>
                <a:solidFill>
                  <a:srgbClr val="000000"/>
                </a:solidFill>
              </a:defRPr>
            </a:pPr>
            <a:r>
              <a:t>Introduction to Procedures Using NASM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Understand the concept of procedures (subroutines) in NASM.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Learn why procedures are useful in assembly language programs.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Understand the CALL and RET instructions.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Create and execute a simple procedure that adds two numbers.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Trace the execution of the procedure step by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What Is a Procedure?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A procedure is a small block of assembly instructions designed to perform a specific task.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Procedures are also called subroutines.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A procedure is identified by a unique name.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The procedure contains a sequence of instructions followed by RET.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Procedures help divide a large program into smaller, manageable parts.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Why Use Procedures?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Large assembly programs can become difficult to understand when all instructions are written together.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Procedures reduce repetition by allowing a task to be written once and called when needed.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They improve program organization and readability.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They make debugging and maintenance easier.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Example: a SUM procedure can perform addition whenever the program needs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Procedure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proc_name: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procedure body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instructions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ret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; Calling the procedure: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call proc_name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t>CALL and RET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CALL transfers program control to the named procedure.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Example: CALL sum transfers control to the procedure named sum.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RET ends the procedure and returns control to the instruction after CALL.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CALL and RET work together to create a reusable procedure.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6984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call sum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sum: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procedure instructions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ret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t>Simple Procedure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1. The main program prepares the input values.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2. CALL transfers control to the procedure.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3. The procedure performs its specific task.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4. RET returns control to the main program.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5. The main program continues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Main Program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      ↓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CALL sum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      ↓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SUM Procedure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      ↓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t>RET → Main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t>Simple SUM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ECX contains the first number.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EDX contains the second number.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MOV EAX, ECX copies the first number into EAX.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ADD EAX, EDX adds the second number.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The final sum is returned in EAX.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6984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sum: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eax, ecx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add eax, edx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ret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t>Understanding the Example: Input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The original example uses the characters '4' and '5'.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SUB '0' converts their ASCII representations into numeric values.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After conversion: ECX = 4 and EDX =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6984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mov ecx, '4'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sub ecx,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mov edx, '5'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sub edx, '0'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t>Understanding the Example: CALL and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CALL sum transfers control to the SUM procedure.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MOV EAX, ECX copies the first number into EAX.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ADD EAX, EDX adds the second number.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Therefore: EAX = 4 + 5 = 9.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RET returns control to the main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6984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call sum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sum: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eax, ecx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add eax, edx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add eax,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ret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ASCII Conversion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Computers represent characters such as '4' and '5' using ASCII codes.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SUB '0' converts an ASCII digit to its numeric value.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ADD '0' converts the numeric result back to an ASCII digit for display.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The program then uses the Linux write system call to display the message and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sub ecx,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sub edx,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; after addition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add eax, '0'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Complete NASM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section .text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global _start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_start: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First number = 4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ecx, '4'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sub ecx,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Second number = 5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edx, '5'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sub edx,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Call procedure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call sum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Save result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[res], eax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Display message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ecx, msg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edx, len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ebx, 1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eax, 4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int 0x80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Display result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ecx, res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edx, 1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ebx, 1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eax, 4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int 0x80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; Exit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eax, 1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ebx, 0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int 0x80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sum: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mov eax, ecx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add eax, edx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add eax, '0'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    ret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section .data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msg db "The sum is:", 0xA, 0xD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len equ $-msg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section .bss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urier New"/>
              </a:defRPr>
            </a:pPr>
            <a:r>
              <a:t>res resb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Complete Program: Step-by-Step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1. ECX receives character '4', then SUB '0' converts it to 4.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2. EDX receives character '5', then SUB '0' converts it to 5.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3. CALL sum transfers control to the SUM procedure.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4. EAX receives ECX (4).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5. EDX is added to EAX: 4 + 5 = 9.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6. ADD '0' converts 9 to its displayable ASCII character.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7. RET returns to the main program.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8. The result is saved and displayed.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9. The program exits.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Expected Output and Lab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Expected output: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The sum is: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9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Lab Task 1: Execute the given program in the Tutorialspoint online Assembly compiler: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https://www.tutorialspoint.com/compile_asm_online.php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Lab Task 2: Change the numbers to 7 and 2 and observe the output.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Lab Task 3: Modify the program to calculate 8 + 6.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Key Points &amp; Student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Procedure = reusable block of instructions for a specific task.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CALL = calls a procedure.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RET = returns from a procedure.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ECX and EDX hold the input values in this example.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EAX holds the final sum.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SUB '0' converts ASCII digits to numeric values; ADD '0' converts a single-digit numeric result back to ASCII.</a:t>
            </a: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</a:defRPr>
            </a:pPr>
            <a:r>
              <a:t>Questions: What is a procedure? What is the purpose of CALL and RET? Why is '0' used? Which register contains the final sum?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