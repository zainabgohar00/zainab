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Lab Session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to Arrays Using NASM</a:t>
            </a:r>
          </a:p>
          <a:p>
            <a:r>
              <a:t>Computer Organization / Assembly Language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Understand what an array is in assembly language.</a:t>
            </a:r>
          </a:p>
          <a:p>
            <a:pPr>
              <a:defRPr sz="2200"/>
            </a:pPr>
            <a:r>
              <a:t>Define arrays using DB and DW directives.</a:t>
            </a:r>
          </a:p>
          <a:p>
            <a:pPr>
              <a:defRPr sz="2200"/>
            </a:pPr>
            <a:r>
              <a:t>Understand consecutive memory locations.</a:t>
            </a:r>
          </a:p>
          <a:p>
            <a:pPr>
              <a:defRPr sz="2200"/>
            </a:pPr>
            <a:r>
              <a:t>Use TIMES for repeated initialization.</a:t>
            </a:r>
          </a:p>
          <a:p>
            <a:pPr>
              <a:defRPr sz="2200"/>
            </a:pPr>
            <a:r>
              <a:t>Access array elements using a pointer.</a:t>
            </a:r>
          </a:p>
          <a:p>
            <a:pPr>
              <a:defRPr sz="2200"/>
            </a:pPr>
            <a:r>
              <a:t>Use a loop to process array elements.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Array?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An array is a collection of values stored in consecutive memory locations.</a:t>
            </a:r>
          </a:p>
          <a:p>
            <a:pPr>
              <a:defRPr sz="2200"/>
            </a:pPr>
            <a:r>
              <a:t>DB allocates 1 byte for each element.</a:t>
            </a:r>
          </a:p>
          <a:p>
            <a:pPr>
              <a:defRPr sz="2200"/>
            </a:pPr>
            <a:r>
              <a:t>DW allocates 2 bytes for each element.</a:t>
            </a:r>
          </a:p>
          <a:p>
            <a:pPr>
              <a:defRPr sz="2200"/>
            </a:pPr>
            <a:r>
              <a:t>Example: NUMBERS DW 34, 45, 56, 67, 75, 89</a:t>
            </a:r>
          </a:p>
          <a:p>
            <a:pPr>
              <a:defRPr sz="2200"/>
            </a:pPr>
            <a:r>
              <a:t>Six DW elements require 6 × 2 = 12 bytes.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Defining Arrays with DB and DW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; Word array</a:t>
            </a:r>
            <a:br/>
            <a:r>
              <a:t>NUMBERS DW 34, 45, 56, 67, 75, 89</a:t>
            </a:r>
            <a:br/>
            <a:br/>
            <a:r>
              <a:t>; Byte array</a:t>
            </a:r>
            <a:br/>
            <a:r>
              <a:t>VALUES DB 2, 4, 3</a:t>
            </a:r>
            <a:br/>
            <a:br/>
            <a:r>
              <a:t>; Eight zeros using TIMES</a:t>
            </a:r>
            <a:br/>
            <a:r>
              <a:t>INVENTORY TIMES 8 DW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DW elements are 2 bytes apart; DB elements are 1 byte apart.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Accessing Array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array label represents the address of the first element.</a:t>
            </a:r>
          </a:p>
          <a:p>
            <a:pPr>
              <a:defRPr sz="2200"/>
            </a:pPr>
            <a:r>
              <a:t>A pointer register can hold the address of the current element.</a:t>
            </a:r>
          </a:p>
          <a:p>
            <a:pPr>
              <a:defRPr sz="2200"/>
            </a:pPr>
            <a:r>
              <a:t>For a DB array, add 1 to the pointer to reach the next element.</a:t>
            </a:r>
          </a:p>
          <a:p>
            <a:pPr>
              <a:defRPr sz="2200"/>
            </a:pPr>
            <a:r>
              <a:t>For a DW array, add 2 to the pointer to reach the next element.</a:t>
            </a:r>
          </a:p>
          <a:p>
            <a:pPr>
              <a:defRPr sz="2200"/>
            </a:pPr>
            <a:r>
              <a:t>A counter register can control the number of loop iterations.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Example 1: Sum of Three Bytes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section .text</a:t>
            </a:r>
            <a:br/>
            <a:r>
              <a:t>global _start</a:t>
            </a:r>
            <a:br/>
            <a:br/>
            <a:r>
              <a:t>_start:</a:t>
            </a:r>
            <a:br/>
            <a:r>
              <a:t>    mov eax, 3</a:t>
            </a:r>
            <a:br/>
            <a:r>
              <a:t>    mov ebx, 0</a:t>
            </a:r>
            <a:br/>
            <a:r>
              <a:t>    mov ecx, x</a:t>
            </a:r>
            <a:br/>
            <a:br/>
            <a:r>
              <a:t>top:</a:t>
            </a:r>
            <a:br/>
            <a:r>
              <a:t>    add ebx, [ecx]</a:t>
            </a:r>
            <a:br/>
            <a:r>
              <a:t>    add ecx, 1</a:t>
            </a:r>
            <a:br/>
            <a:r>
              <a:t>    dec eax</a:t>
            </a:r>
            <a:br/>
            <a:r>
              <a:t>    jnz top</a:t>
            </a:r>
            <a:br/>
            <a:br/>
            <a:r>
              <a:t>    add ebx, '0'</a:t>
            </a:r>
            <a:br/>
            <a:r>
              <a:t>    mov [sum], ebx</a:t>
            </a:r>
            <a:br/>
            <a:br/>
            <a:r>
              <a:t>    mov edx, 1</a:t>
            </a:r>
            <a:br/>
            <a:r>
              <a:t>    mov ecx, sum</a:t>
            </a:r>
            <a:br/>
            <a:r>
              <a:t>    mov ebx, 1</a:t>
            </a:r>
            <a:br/>
            <a:r>
              <a:t>    mov eax, 4</a:t>
            </a:r>
            <a:br/>
            <a:r>
              <a:t>    int 0x80</a:t>
            </a:r>
            <a:br/>
            <a:br/>
            <a:r>
              <a:t>    mov eax, 1</a:t>
            </a:r>
            <a:br/>
            <a:r>
              <a:t>    int 0x80</a:t>
            </a:r>
            <a:br/>
            <a:br/>
            <a:r>
              <a:t>section .data</a:t>
            </a:r>
            <a:br/>
            <a:r>
              <a:t>x:   db 2, 4, 3</a:t>
            </a:r>
            <a:br/>
            <a:r>
              <a:t>sum: db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Output: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1: Execution Trace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Initial array: 2, 4, 3</a:t>
            </a:r>
          </a:p>
          <a:p>
            <a:pPr>
              <a:defRPr sz="2200"/>
            </a:pPr>
            <a:r>
              <a:t>EBX starts at 0.</a:t>
            </a:r>
          </a:p>
          <a:p>
            <a:pPr>
              <a:defRPr sz="2200"/>
            </a:pPr>
            <a:r>
              <a:t>First iteration: EBX = 0 + 2 = 2.</a:t>
            </a:r>
          </a:p>
          <a:p>
            <a:pPr>
              <a:defRPr sz="2200"/>
            </a:pPr>
            <a:r>
              <a:t>Second iteration: EBX = 2 + 4 = 6.</a:t>
            </a:r>
          </a:p>
          <a:p>
            <a:pPr>
              <a:defRPr sz="2200"/>
            </a:pPr>
            <a:r>
              <a:t>Third iteration: EBX = 6 + 3 = 9.</a:t>
            </a:r>
          </a:p>
          <a:p>
            <a:pPr>
              <a:defRPr sz="2200"/>
            </a:pPr>
            <a:r>
              <a:t>The result is converted to character '9' and displayed.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Example 2: Sum of Four Bytes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section .text</a:t>
            </a:r>
            <a:br/>
            <a:r>
              <a:t>global _start</a:t>
            </a:r>
            <a:br/>
            <a:br/>
            <a:r>
              <a:t>_start:</a:t>
            </a:r>
            <a:br/>
            <a:r>
              <a:t>    mov eax, 4</a:t>
            </a:r>
            <a:br/>
            <a:r>
              <a:t>    mov ebx, 0</a:t>
            </a:r>
            <a:br/>
            <a:r>
              <a:t>    mov ecx, numbers</a:t>
            </a:r>
            <a:br/>
            <a:br/>
            <a:r>
              <a:t>loop1:</a:t>
            </a:r>
            <a:br/>
            <a:r>
              <a:t>    add ebx, [ecx]</a:t>
            </a:r>
            <a:br/>
            <a:r>
              <a:t>    inc ecx</a:t>
            </a:r>
            <a:br/>
            <a:r>
              <a:t>    dec eax</a:t>
            </a:r>
            <a:br/>
            <a:r>
              <a:t>    jnz loop1</a:t>
            </a:r>
            <a:br/>
            <a:br/>
            <a:r>
              <a:t>    add ebx, '0'</a:t>
            </a:r>
            <a:br/>
            <a:r>
              <a:t>    mov [sum], ebx</a:t>
            </a:r>
            <a:br/>
            <a:br/>
            <a:r>
              <a:t>    mov edx, 1</a:t>
            </a:r>
            <a:br/>
            <a:r>
              <a:t>    mov ecx, sum</a:t>
            </a:r>
            <a:br/>
            <a:r>
              <a:t>    mov ebx, 1</a:t>
            </a:r>
            <a:br/>
            <a:r>
              <a:t>    mov eax, 4</a:t>
            </a:r>
            <a:br/>
            <a:r>
              <a:t>    int 0x80</a:t>
            </a:r>
            <a:br/>
            <a:br/>
            <a:r>
              <a:t>    mov eax, 1</a:t>
            </a:r>
            <a:br/>
            <a:r>
              <a:t>    int 0x80</a:t>
            </a:r>
            <a:br/>
            <a:br/>
            <a:r>
              <a:t>section .data</a:t>
            </a:r>
            <a:br/>
            <a:r>
              <a:t>numbers: db 1, 2, 3, 4</a:t>
            </a:r>
            <a:br/>
            <a:r>
              <a:t>sum:     db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Output: 10 — this simple display method is intended for single-digit results, so 10 is not displayed correctly as two characters.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Example 3: Find the Largest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section .text</a:t>
            </a:r>
            <a:br/>
            <a:r>
              <a:t>global _start</a:t>
            </a:r>
            <a:br/>
            <a:br/>
            <a:r>
              <a:t>_start:</a:t>
            </a:r>
            <a:br/>
            <a:r>
              <a:t>    mov ecx, numbers</a:t>
            </a:r>
            <a:br/>
            <a:r>
              <a:t>    mov al, [ecx]</a:t>
            </a:r>
            <a:br/>
            <a:r>
              <a:t>    mov edx, 4</a:t>
            </a:r>
            <a:br/>
            <a:r>
              <a:t>    dec edx</a:t>
            </a:r>
            <a:br/>
            <a:r>
              <a:t>    inc ecx</a:t>
            </a:r>
            <a:br/>
            <a:br/>
            <a:r>
              <a:t>next:</a:t>
            </a:r>
            <a:br/>
            <a:r>
              <a:t>    cmp al, [ecx]</a:t>
            </a:r>
            <a:br/>
            <a:r>
              <a:t>    jae skip</a:t>
            </a:r>
            <a:br/>
            <a:r>
              <a:t>    mov al, [ecx]</a:t>
            </a:r>
            <a:br/>
            <a:br/>
            <a:r>
              <a:t>skip:</a:t>
            </a:r>
            <a:br/>
            <a:r>
              <a:t>    inc ecx</a:t>
            </a:r>
            <a:br/>
            <a:r>
              <a:t>    dec edx</a:t>
            </a:r>
            <a:br/>
            <a:r>
              <a:t>    jnz next</a:t>
            </a:r>
            <a:br/>
            <a:br/>
            <a:r>
              <a:t>    add al, '0'</a:t>
            </a:r>
            <a:br/>
            <a:r>
              <a:t>    mov [largest], al</a:t>
            </a:r>
            <a:br/>
            <a:br/>
            <a:r>
              <a:t>    mov edx, 1</a:t>
            </a:r>
            <a:br/>
            <a:r>
              <a:t>    mov ecx, largest</a:t>
            </a:r>
            <a:br/>
            <a:r>
              <a:t>    mov ebx, 1</a:t>
            </a:r>
            <a:br/>
            <a:r>
              <a:t>    mov eax, 4</a:t>
            </a:r>
            <a:br/>
            <a:r>
              <a:t>    int 0x80</a:t>
            </a:r>
            <a:br/>
            <a:br/>
            <a:r>
              <a:t>    mov eax, 1</a:t>
            </a:r>
            <a:br/>
            <a:r>
              <a:t>    int 0x80</a:t>
            </a:r>
            <a:br/>
            <a:br/>
            <a:r>
              <a:t>section .data</a:t>
            </a:r>
            <a:br/>
            <a:r>
              <a:t>numbers: db 2, 7, 4, 5</a:t>
            </a:r>
            <a:br/>
            <a:r>
              <a:t>largest: db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Output: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3: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AL initially contains the first element: 2.</a:t>
            </a:r>
          </a:p>
          <a:p>
            <a:pPr>
              <a:defRPr sz="2200"/>
            </a:pPr>
            <a:r>
              <a:t>CMP compares AL with the next array element.</a:t>
            </a:r>
          </a:p>
          <a:p>
            <a:pPr>
              <a:defRPr sz="2200"/>
            </a:pPr>
            <a:r>
              <a:t>If the next value is larger, it replaces AL.</a:t>
            </a:r>
          </a:p>
          <a:p>
            <a:pPr>
              <a:defRPr sz="2200"/>
            </a:pPr>
            <a:r>
              <a:t>The process continues until all four elements are checked.</a:t>
            </a:r>
          </a:p>
          <a:p>
            <a:pPr>
              <a:defRPr sz="2200"/>
            </a:pPr>
            <a:r>
              <a:t>The largest value is 7, which is then displayed.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TIMES Directive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TIMES repeats a data definition a specified number of times.</a:t>
            </a:r>
          </a:p>
          <a:p>
            <a:pPr>
              <a:defRPr sz="2200"/>
            </a:pPr>
            <a:r>
              <a:t>Example: INVENTORY TIMES 8 DW 0</a:t>
            </a:r>
          </a:p>
          <a:p>
            <a:pPr>
              <a:defRPr sz="2200"/>
            </a:pPr>
            <a:r>
              <a:t>This creates eight word elements initialized to zero.</a:t>
            </a:r>
          </a:p>
          <a:p>
            <a:pPr>
              <a:defRPr sz="2200"/>
            </a:pPr>
            <a:r>
              <a:t>It is a shorter alternative to writing DW 0 eight times.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Open the TutorialsPoint online assembly compiler.</a:t>
            </a:r>
          </a:p>
          <a:p>
            <a:pPr>
              <a:defRPr sz="2200"/>
            </a:pPr>
            <a:r>
              <a:t>Run Example 1 and verify the output 9.</a:t>
            </a:r>
          </a:p>
          <a:p>
            <a:pPr>
              <a:defRPr sz="2200"/>
            </a:pPr>
            <a:r>
              <a:t>Change the array to: db 5, 3, 2 and calculate the expected sum.</a:t>
            </a:r>
          </a:p>
          <a:p>
            <a:pPr>
              <a:defRPr sz="2200"/>
            </a:pPr>
            <a:r>
              <a:t>Run Example 3 with: db 4, 8, 3, 6 and identify the largest value.</a:t>
            </a:r>
          </a:p>
          <a:p>
            <a:pPr>
              <a:defRPr sz="2200"/>
            </a:pPr>
            <a:r>
              <a:t>Record the output and explain the role of EAX, EBX, ECX and EDX.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Points to Remember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DB = Define Byte; DW = Define Word.</a:t>
            </a:r>
          </a:p>
          <a:p>
            <a:pPr>
              <a:defRPr sz="2200"/>
            </a:pPr>
            <a:r>
              <a:t>DB array elements are 1 byte apart.</a:t>
            </a:r>
          </a:p>
          <a:p>
            <a:pPr>
              <a:defRPr sz="2200"/>
            </a:pPr>
            <a:r>
              <a:t>DW array elements are 2 bytes apart.</a:t>
            </a:r>
          </a:p>
          <a:p>
            <a:pPr>
              <a:defRPr sz="2200"/>
            </a:pPr>
            <a:r>
              <a:t>A pointer register can be used to access array elements.</a:t>
            </a:r>
          </a:p>
          <a:p>
            <a:pPr>
              <a:defRPr sz="2200"/>
            </a:pPr>
            <a:r>
              <a:t>A counter and conditional jump can implement an array-processing loop.</a:t>
            </a:r>
          </a:p>
          <a:p>
            <a:pPr>
              <a:defRPr sz="2200"/>
            </a:pPr>
            <a:r>
              <a:t>Human-readable numeric output may require additional conversion for multi-digit values.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End of Lab Session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to Arrays Using NASM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